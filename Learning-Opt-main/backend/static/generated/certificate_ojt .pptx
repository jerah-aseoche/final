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7" r:id="rId2"/>
    <p:sldId id="308" r:id="rId7"/>
    <p:sldId id="309" r:id="rId8"/>
    <p:sldId id="310" r:id="rId9"/>
    <p:sldId id="311" r:id="rId10"/>
    <p:sldId id="312" r:id="rId11"/>
    <p:sldId id="313" r:id="rId12"/>
    <p:sldId id="314" r:id="rId13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426" autoAdjust="0"/>
    <p:restoredTop sz="94660"/>
  </p:normalViewPr>
  <p:slideViewPr>
    <p:cSldViewPr snapToGrid="0">
      <p:cViewPr varScale="1">
        <p:scale>
          <a:sx n="72" d="100"/>
          <a:sy n="72" d="100"/>
        </p:scale>
        <p:origin x="8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FE63-F55B-4CF1-948C-289FC3BB178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9559-1675-437D-89BA-B3867F066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152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FE63-F55B-4CF1-948C-289FC3BB178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9559-1675-437D-89BA-B3867F066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38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FE63-F55B-4CF1-948C-289FC3BB178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9559-1675-437D-89BA-B3867F066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192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FE63-F55B-4CF1-948C-289FC3BB178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9559-1675-437D-89BA-B3867F066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945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FE63-F55B-4CF1-948C-289FC3BB178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9559-1675-437D-89BA-B3867F066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880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FE63-F55B-4CF1-948C-289FC3BB178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9559-1675-437D-89BA-B3867F066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957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FE63-F55B-4CF1-948C-289FC3BB178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9559-1675-437D-89BA-B3867F066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20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FE63-F55B-4CF1-948C-289FC3BB178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9559-1675-437D-89BA-B3867F066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54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FE63-F55B-4CF1-948C-289FC3BB178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9559-1675-437D-89BA-B3867F066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1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FE63-F55B-4CF1-948C-289FC3BB178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9559-1675-437D-89BA-B3867F066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356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FE63-F55B-4CF1-948C-289FC3BB178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9559-1675-437D-89BA-B3867F066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5952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71FE63-F55B-4CF1-948C-289FC3BB178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79559-1675-437D-89BA-B3867F06639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37DCA3-73D8-FC1E-A0D4-1A7015D363A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104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34A316-6CBF-406E-9514-F1825DE324AA}"/>
              </a:ext>
            </a:extLst>
          </p:cNvPr>
          <p:cNvSpPr txBox="1"/>
          <p:nvPr/>
        </p:nvSpPr>
        <p:spPr>
          <a:xfrm>
            <a:off x="429490" y="3105834"/>
            <a:ext cx="8285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Zhong Li</a:t>
            </a:r>
            <a:endParaRPr lang="en-US" sz="9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5D4F6E-A4AA-4BF9-0B5F-BB914A0D5ECD}"/>
              </a:ext>
            </a:extLst>
          </p:cNvPr>
          <p:cNvSpPr txBox="1"/>
          <p:nvPr/>
        </p:nvSpPr>
        <p:spPr>
          <a:xfrm>
            <a:off x="756354" y="3643530"/>
            <a:ext cx="78226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Batangas State University</a:t>
            </a:r>
          </a:p>
          <a:p>
            <a:pPr algn="ctr"/>
            <a:r>
              <a:rPr lang="en-US" sz="1600" dirty="0"/>
              <a:t>for successfully completing his/her 300 hours of On-the-Job Training in Creotec Philippines Inc. relevant and related to his/her course, Bachelor of Science in Computer Engineering.</a:t>
            </a:r>
            <a:r>
              <a:rPr lang="en-US" sz="1600" dirty="0" smtClean="0"/>
              <a:t/>
            </a:r>
            <a:r>
              <a:rPr lang="en-US" sz="1600" dirty="0"/>
              <a:t/>
            </a:r>
            <a:r>
              <a:rPr lang="en-US" sz="1600" dirty="0" err="1"/>
              <a:t/>
            </a:r>
            <a:r>
              <a:rPr lang="en-US" sz="1600" dirty="0"/>
              <a:t/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Given this March 15, 2025 at Creotec Philippines Inc., Laguna Technopark, </a:t>
            </a:r>
            <a:r>
              <a:rPr lang="en-US" sz="1600" dirty="0" err="1"/>
              <a:t/>
            </a:r>
            <a:r>
              <a:rPr lang="en-US" sz="1600" dirty="0"/>
              <a:t/>
            </a:r>
          </a:p>
          <a:p>
            <a:pPr algn="ctr"/>
            <a:r>
              <a:rPr lang="en-US" sz="1600" dirty="0" err="1"/>
              <a:t>Biñan</a:t>
            </a:r>
            <a:r>
              <a:rPr lang="en-US" sz="1600" dirty="0"/>
              <a:t>  City Laguna.</a:t>
            </a:r>
          </a:p>
        </p:txBody>
      </p:sp>
    </p:spTree>
    <p:extLst>
      <p:ext uri="{BB962C8B-B14F-4D97-AF65-F5344CB8AC3E}">
        <p14:creationId xmlns:p14="http://schemas.microsoft.com/office/powerpoint/2010/main" val="1036542727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0534A316-6CBF-406E-9514-F1825DE324AA}"/>
              </a:ext>
            </a:extLst>
          </p:cNvPr>
          <p:cNvSpPr txBox="1"/>
          <p:nvPr/>
        </p:nvSpPr>
        <p:spPr>
          <a:xfrm>
            <a:off x="429490" y="3105834"/>
            <a:ext cx="8285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Jennie</a:t>
            </a:r>
            <a:endParaRPr lang="en-US" sz="9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5D4F6E-A4AA-4BF9-0B5F-BB914A0D5ECD}"/>
              </a:ext>
            </a:extLst>
          </p:cNvPr>
          <p:cNvSpPr txBox="1"/>
          <p:nvPr/>
        </p:nvSpPr>
        <p:spPr>
          <a:xfrm>
            <a:off x="756354" y="3643530"/>
            <a:ext cx="78226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BLACKPINK School of Arts &amp; Unapologetic Excellence</a:t>
            </a:r>
          </a:p>
          <a:p>
            <a:pPr algn="ctr"/>
            <a:r>
              <a:rPr lang="en-US" sz="1600" dirty="0"/>
              <a:t>for successfully completing his/her 300 hours of On-the-Job Training in Creotec Philippines Inc. relevant and related to his/her course, Bachelor of Advanced Sass and Charisma Management with Minor in Mic Drop Execution.</a:t>
            </a:r>
            <a:r>
              <a:rPr lang="en-US" sz="1600" dirty="0" smtClean="0"/>
              <a:t/>
            </a:r>
            <a:r>
              <a:rPr lang="en-US" sz="1600" dirty="0"/>
              <a:t/>
            </a:r>
            <a:r>
              <a:rPr lang="en-US" sz="1600" dirty="0" err="1"/>
              <a:t/>
            </a:r>
            <a:r>
              <a:rPr lang="en-US" sz="1600" dirty="0"/>
              <a:t/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Given this March 15, 2025 at Creotec Philippines Inc., Laguna Technopark, </a:t>
            </a:r>
            <a:r>
              <a:rPr lang="en-US" sz="1600" dirty="0" err="1"/>
              <a:t/>
            </a:r>
            <a:r>
              <a:rPr lang="en-US" sz="1600" dirty="0"/>
              <a:t/>
            </a:r>
          </a:p>
          <a:p>
            <a:pPr algn="ctr"/>
            <a:r>
              <a:rPr lang="en-US" sz="1600" dirty="0" err="1"/>
              <a:t>Biñan</a:t>
            </a:r>
            <a:r>
              <a:rPr lang="en-US" sz="1600" dirty="0"/>
              <a:t>  City Laguna.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0534A316-6CBF-406E-9514-F1825DE324AA}"/>
              </a:ext>
            </a:extLst>
          </p:cNvPr>
          <p:cNvSpPr txBox="1"/>
          <p:nvPr/>
        </p:nvSpPr>
        <p:spPr>
          <a:xfrm>
            <a:off x="429490" y="3105834"/>
            <a:ext cx="8285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Lara Raj</a:t>
            </a:r>
            <a:endParaRPr lang="en-US" sz="9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5D4F6E-A4AA-4BF9-0B5F-BB914A0D5ECD}"/>
              </a:ext>
            </a:extLst>
          </p:cNvPr>
          <p:cNvSpPr txBox="1"/>
          <p:nvPr/>
        </p:nvSpPr>
        <p:spPr>
          <a:xfrm>
            <a:off x="756354" y="3643530"/>
            <a:ext cx="78226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Katseye Academy</a:t>
            </a:r>
          </a:p>
          <a:p>
            <a:pPr algn="ctr"/>
            <a:r>
              <a:rPr lang="en-US" sz="1600" dirty="0"/>
              <a:t>for successfully completing his/her 300 hours of On-the-Job Training in Creotec Philippines Inc. relevant and related to his/her course, Bachelor of Chaotic Good Energy with Major in Meme Strategy &amp; Minor in Unscheduled Existentialism.</a:t>
            </a:r>
            <a:r>
              <a:rPr lang="en-US" sz="1600" dirty="0" smtClean="0"/>
              <a:t/>
            </a:r>
            <a:r>
              <a:rPr lang="en-US" sz="1600" dirty="0"/>
              <a:t/>
            </a:r>
            <a:r>
              <a:rPr lang="en-US" sz="1600" dirty="0" err="1"/>
              <a:t/>
            </a:r>
            <a:r>
              <a:rPr lang="en-US" sz="1600" dirty="0"/>
              <a:t/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Given this March 15, 2025 at Creotec Philippines Inc., Laguna Technopark, </a:t>
            </a:r>
            <a:r>
              <a:rPr lang="en-US" sz="1600" dirty="0" err="1"/>
              <a:t/>
            </a:r>
            <a:r>
              <a:rPr lang="en-US" sz="1600" dirty="0"/>
              <a:t/>
            </a:r>
          </a:p>
          <a:p>
            <a:pPr algn="ctr"/>
            <a:r>
              <a:rPr lang="en-US" sz="1600" dirty="0" err="1"/>
              <a:t>Biñan</a:t>
            </a:r>
            <a:r>
              <a:rPr lang="en-US" sz="1600" dirty="0"/>
              <a:t>  City Laguna.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0534A316-6CBF-406E-9514-F1825DE324AA}"/>
              </a:ext>
            </a:extLst>
          </p:cNvPr>
          <p:cNvSpPr txBox="1"/>
          <p:nvPr/>
        </p:nvSpPr>
        <p:spPr>
          <a:xfrm>
            <a:off x="429490" y="3105834"/>
            <a:ext cx="8285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Joy Domingo</a:t>
            </a:r>
            <a:endParaRPr lang="en-US" sz="9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5D4F6E-A4AA-4BF9-0B5F-BB914A0D5ECD}"/>
              </a:ext>
            </a:extLst>
          </p:cNvPr>
          <p:cNvSpPr txBox="1"/>
          <p:nvPr/>
        </p:nvSpPr>
        <p:spPr>
          <a:xfrm>
            <a:off x="756354" y="3643530"/>
            <a:ext cx="78226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Batangas State University</a:t>
            </a:r>
          </a:p>
          <a:p>
            <a:pPr algn="ctr"/>
            <a:r>
              <a:rPr lang="en-US" sz="1600" dirty="0"/>
              <a:t>for successfully completing his/her 300 hours of On-the-Job Training in Creotec Philippines Inc. relevant and related to his/her course, Bachelor of Science in Computer Science.</a:t>
            </a:r>
            <a:r>
              <a:rPr lang="en-US" sz="1600" dirty="0" smtClean="0"/>
              <a:t/>
            </a:r>
            <a:r>
              <a:rPr lang="en-US" sz="1600" dirty="0"/>
              <a:t/>
            </a:r>
            <a:r>
              <a:rPr lang="en-US" sz="1600" dirty="0" err="1"/>
              <a:t/>
            </a:r>
            <a:r>
              <a:rPr lang="en-US" sz="1600" dirty="0"/>
              <a:t/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Given this June 15, 2025 at Creotec Philippines Inc., Laguna Technopark, </a:t>
            </a:r>
            <a:r>
              <a:rPr lang="en-US" sz="1600" dirty="0" err="1"/>
              <a:t/>
            </a:r>
            <a:r>
              <a:rPr lang="en-US" sz="1600" dirty="0"/>
              <a:t/>
            </a:r>
          </a:p>
          <a:p>
            <a:pPr algn="ctr"/>
            <a:r>
              <a:rPr lang="en-US" sz="1600" dirty="0" err="1"/>
              <a:t>Biñan</a:t>
            </a:r>
            <a:r>
              <a:rPr lang="en-US" sz="1600" dirty="0"/>
              <a:t>  City Laguna.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0534A316-6CBF-406E-9514-F1825DE324AA}"/>
              </a:ext>
            </a:extLst>
          </p:cNvPr>
          <p:cNvSpPr txBox="1"/>
          <p:nvPr/>
        </p:nvSpPr>
        <p:spPr>
          <a:xfrm>
            <a:off x="429490" y="3105834"/>
            <a:ext cx="8285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Vince Abella</a:t>
            </a:r>
            <a:endParaRPr lang="en-US" sz="9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5D4F6E-A4AA-4BF9-0B5F-BB914A0D5ECD}"/>
              </a:ext>
            </a:extLst>
          </p:cNvPr>
          <p:cNvSpPr txBox="1"/>
          <p:nvPr/>
        </p:nvSpPr>
        <p:spPr>
          <a:xfrm>
            <a:off x="756354" y="3643530"/>
            <a:ext cx="78226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Batangas State University</a:t>
            </a:r>
          </a:p>
          <a:p>
            <a:pPr algn="ctr"/>
            <a:r>
              <a:rPr lang="en-US" sz="1600" dirty="0"/>
              <a:t>for successfully completing his/her 300 hours of On-the-Job Training in Creotec Philippines Inc. relevant and related to his/her course, Bachelor of Science in Computer Science.</a:t>
            </a:r>
            <a:r>
              <a:rPr lang="en-US" sz="1600" dirty="0" smtClean="0"/>
              <a:t/>
            </a:r>
            <a:r>
              <a:rPr lang="en-US" sz="1600" dirty="0"/>
              <a:t/>
            </a:r>
            <a:r>
              <a:rPr lang="en-US" sz="1600" dirty="0" err="1"/>
              <a:t/>
            </a:r>
            <a:r>
              <a:rPr lang="en-US" sz="1600" dirty="0"/>
              <a:t/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Given this June 15, 2025 at Creotec Philippines Inc., Laguna Technopark, </a:t>
            </a:r>
            <a:r>
              <a:rPr lang="en-US" sz="1600" dirty="0" err="1"/>
              <a:t/>
            </a:r>
            <a:r>
              <a:rPr lang="en-US" sz="1600" dirty="0"/>
              <a:t/>
            </a:r>
          </a:p>
          <a:p>
            <a:pPr algn="ctr"/>
            <a:r>
              <a:rPr lang="en-US" sz="1600" dirty="0" err="1"/>
              <a:t>Biñan</a:t>
            </a:r>
            <a:r>
              <a:rPr lang="en-US" sz="1600" dirty="0"/>
              <a:t>  City Laguna.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0534A316-6CBF-406E-9514-F1825DE324AA}"/>
              </a:ext>
            </a:extLst>
          </p:cNvPr>
          <p:cNvSpPr txBox="1"/>
          <p:nvPr/>
        </p:nvSpPr>
        <p:spPr>
          <a:xfrm>
            <a:off x="429490" y="3105834"/>
            <a:ext cx="8285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John Benedict</a:t>
            </a:r>
            <a:endParaRPr lang="en-US" sz="9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5D4F6E-A4AA-4BF9-0B5F-BB914A0D5ECD}"/>
              </a:ext>
            </a:extLst>
          </p:cNvPr>
          <p:cNvSpPr txBox="1"/>
          <p:nvPr/>
        </p:nvSpPr>
        <p:spPr>
          <a:xfrm>
            <a:off x="756354" y="3643530"/>
            <a:ext cx="78226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Batangas State University</a:t>
            </a:r>
          </a:p>
          <a:p>
            <a:pPr algn="ctr"/>
            <a:r>
              <a:rPr lang="en-US" sz="1600" dirty="0"/>
              <a:t>for successfully completing his/her 300 hours of On-the-Job Training in Creotec Philippines Inc. relevant and related to his/her course, Bachelor of Science in Computer Science.</a:t>
            </a:r>
            <a:r>
              <a:rPr lang="en-US" sz="1600" dirty="0" smtClean="0"/>
              <a:t/>
            </a:r>
            <a:r>
              <a:rPr lang="en-US" sz="1600" dirty="0"/>
              <a:t/>
            </a:r>
            <a:r>
              <a:rPr lang="en-US" sz="1600" dirty="0" err="1"/>
              <a:t/>
            </a:r>
            <a:r>
              <a:rPr lang="en-US" sz="1600" dirty="0"/>
              <a:t/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Given this June 15, 2025 at Creotec Philippines Inc., Laguna Technopark, </a:t>
            </a:r>
            <a:r>
              <a:rPr lang="en-US" sz="1600" dirty="0" err="1"/>
              <a:t/>
            </a:r>
            <a:r>
              <a:rPr lang="en-US" sz="1600" dirty="0"/>
              <a:t/>
            </a:r>
          </a:p>
          <a:p>
            <a:pPr algn="ctr"/>
            <a:r>
              <a:rPr lang="en-US" sz="1600" dirty="0" err="1"/>
              <a:t>Biñan</a:t>
            </a:r>
            <a:r>
              <a:rPr lang="en-US" sz="1600" dirty="0"/>
              <a:t>  City Laguna.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0534A316-6CBF-406E-9514-F1825DE324AA}"/>
              </a:ext>
            </a:extLst>
          </p:cNvPr>
          <p:cNvSpPr txBox="1"/>
          <p:nvPr/>
        </p:nvSpPr>
        <p:spPr>
          <a:xfrm>
            <a:off x="429490" y="3105834"/>
            <a:ext cx="8285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Ciavel Montenegro</a:t>
            </a:r>
            <a:endParaRPr lang="en-US" sz="9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5D4F6E-A4AA-4BF9-0B5F-BB914A0D5ECD}"/>
              </a:ext>
            </a:extLst>
          </p:cNvPr>
          <p:cNvSpPr txBox="1"/>
          <p:nvPr/>
        </p:nvSpPr>
        <p:spPr>
          <a:xfrm>
            <a:off x="756354" y="3643530"/>
            <a:ext cx="78226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Batangas State University</a:t>
            </a:r>
          </a:p>
          <a:p>
            <a:pPr algn="ctr"/>
            <a:r>
              <a:rPr lang="en-US" sz="1600" dirty="0"/>
              <a:t>for successfully completing his/her 300 hours of On-the-Job Training in Creotec Philippines Inc. relevant and related to his/her course, Bachelor of Science in Computer Science.</a:t>
            </a:r>
            <a:r>
              <a:rPr lang="en-US" sz="1600" dirty="0" smtClean="0"/>
              <a:t/>
            </a:r>
            <a:r>
              <a:rPr lang="en-US" sz="1600" dirty="0"/>
              <a:t/>
            </a:r>
            <a:r>
              <a:rPr lang="en-US" sz="1600" dirty="0" err="1"/>
              <a:t/>
            </a:r>
            <a:r>
              <a:rPr lang="en-US" sz="1600" dirty="0"/>
              <a:t/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Given this June 15, 2025 at Creotec Philippines Inc., Laguna Technopark, </a:t>
            </a:r>
            <a:r>
              <a:rPr lang="en-US" sz="1600" dirty="0" err="1"/>
              <a:t/>
            </a:r>
            <a:r>
              <a:rPr lang="en-US" sz="1600" dirty="0"/>
              <a:t/>
            </a:r>
          </a:p>
          <a:p>
            <a:pPr algn="ctr"/>
            <a:r>
              <a:rPr lang="en-US" sz="1600" dirty="0" err="1"/>
              <a:t>Biñan</a:t>
            </a:r>
            <a:r>
              <a:rPr lang="en-US" sz="1600" dirty="0"/>
              <a:t>  City Laguna.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0534A316-6CBF-406E-9514-F1825DE324AA}"/>
              </a:ext>
            </a:extLst>
          </p:cNvPr>
          <p:cNvSpPr txBox="1"/>
          <p:nvPr/>
        </p:nvSpPr>
        <p:spPr>
          <a:xfrm>
            <a:off x="429490" y="3105834"/>
            <a:ext cx="8285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Giharu Alfonso</a:t>
            </a:r>
            <a:endParaRPr lang="en-US" sz="9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5D4F6E-A4AA-4BF9-0B5F-BB914A0D5ECD}"/>
              </a:ext>
            </a:extLst>
          </p:cNvPr>
          <p:cNvSpPr txBox="1"/>
          <p:nvPr/>
        </p:nvSpPr>
        <p:spPr>
          <a:xfrm>
            <a:off x="756354" y="3643530"/>
            <a:ext cx="78226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Batangas State University</a:t>
            </a:r>
          </a:p>
          <a:p>
            <a:pPr algn="ctr"/>
            <a:r>
              <a:rPr lang="en-US" sz="1600" dirty="0"/>
              <a:t>for successfully completing his/her 300 hours of On-the-Job Training in Creotec Philippines Inc. relevant and related to his/her course, Bachelor of Science in Computer Science.</a:t>
            </a:r>
            <a:r>
              <a:rPr lang="en-US" sz="1600" dirty="0" smtClean="0"/>
              <a:t/>
            </a:r>
            <a:r>
              <a:rPr lang="en-US" sz="1600" dirty="0"/>
              <a:t/>
            </a:r>
            <a:r>
              <a:rPr lang="en-US" sz="1600" dirty="0" err="1"/>
              <a:t/>
            </a:r>
            <a:r>
              <a:rPr lang="en-US" sz="1600" dirty="0"/>
              <a:t/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Given this June 15, 2026 at Creotec Philippines Inc., Laguna Technopark, </a:t>
            </a:r>
            <a:r>
              <a:rPr lang="en-US" sz="1600" dirty="0" err="1"/>
              <a:t/>
            </a:r>
            <a:r>
              <a:rPr lang="en-US" sz="1600" dirty="0"/>
              <a:t/>
            </a:r>
          </a:p>
          <a:p>
            <a:pPr algn="ctr"/>
            <a:r>
              <a:rPr lang="en-US" sz="1600" dirty="0" err="1"/>
              <a:t>Biñan</a:t>
            </a:r>
            <a:r>
              <a:rPr lang="en-US" sz="1600" dirty="0"/>
              <a:t>  City Laguna.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421</TotalTime>
  <Words>49</Words>
  <Application>Microsoft Office PowerPoint</Application>
  <PresentationFormat>Letter Paper (8.5x11 in)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Kristel Villanueva</dc:creator>
  <cp:lastModifiedBy>Asus</cp:lastModifiedBy>
  <cp:revision>47</cp:revision>
  <dcterms:created xsi:type="dcterms:W3CDTF">2021-09-28T01:59:16Z</dcterms:created>
  <dcterms:modified xsi:type="dcterms:W3CDTF">2025-07-11T03:30:03Z</dcterms:modified>
</cp:coreProperties>
</file>