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9" r:id="rId2"/>
    <p:sldId id="300" r:id="rId7"/>
    <p:sldId id="301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24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0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  <a:prstGeom prst="rect">
            <a:avLst/>
          </a:prstGeo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5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9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1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5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5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3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129B238C-44B5-4D5B-A406-53D31B9B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255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F4F-9571-4CE6-8567-F3617B1AFEEA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DBD177-0BDA-4CF8-8CE0-7F4C44C3F4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" y="12700"/>
            <a:ext cx="10020301" cy="775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96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2B91DFDD-F842-4F41-9229-3416C9C4A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28" y="4136922"/>
            <a:ext cx="8724275" cy="198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2000" b="1" dirty="0" smtClean="0">
                <a:solidFill>
                  <a:schemeClr val="bg2">
                    <a:lumMod val="25000"/>
                  </a:schemeClr>
                </a:solidFill>
              </a:rPr>
              <a:t>Divine Light Academy - Las Piñas</a:t>
            </a:r>
            <a:endParaRPr lang="en-US" alt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for successfully completing his/her 80 hours Work Immersion at CREOTEC Philippines Inc. relevant and related to the Grade 12 ABM – Operations and Accounting.</a:t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 smtClean="0"/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dirty="0"/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>
                <a:solidFill>
                  <a:srgbClr val="404040"/>
                </a:solidFill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Given this October 30, 2024 at CREOTEC Philippines Inc., Laguna Technopark, Biñan City, Laguna.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24F491-DA08-450B-9BE9-54861C6F2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12" y="3662046"/>
            <a:ext cx="9324495" cy="56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10189" rIns="0" bIns="0">
            <a:spAutoFit/>
          </a:bodyPr>
          <a:lstStyle>
            <a:lvl1pPr marL="127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9pPr>
          </a:lstStyle>
          <a:p>
            <a:pPr marL="10270" algn="ctr" defTabSz="369711" fontAlgn="base" hangingPunct="0">
              <a:lnSpc>
                <a:spcPct val="100000"/>
              </a:lnSpc>
              <a:spcBef>
                <a:spcPts val="80"/>
              </a:spcBef>
              <a:spcAft>
                <a:spcPct val="0"/>
              </a:spcAft>
              <a:tabLst>
                <a:tab pos="369711" algn="l"/>
                <a:tab pos="739421" algn="l"/>
                <a:tab pos="1109132" algn="l"/>
                <a:tab pos="1478843" algn="l"/>
                <a:tab pos="1848554" algn="l"/>
                <a:tab pos="2218264" algn="l"/>
              </a:tabLst>
            </a:pPr>
            <a:r>
              <a:rPr lang="en-US" sz="3600" b="1" dirty="0" smtClean="0"/>
              <a:t>Juan Dela Cruz</a:t>
            </a:r>
            <a:endParaRPr lang="pt-BR" sz="400000" b="1" dirty="0"/>
          </a:p>
        </p:txBody>
      </p:sp>
    </p:spTree>
    <p:extLst>
      <p:ext uri="{BB962C8B-B14F-4D97-AF65-F5344CB8AC3E}">
        <p14:creationId xmlns:p14="http://schemas.microsoft.com/office/powerpoint/2010/main" val="423641662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Box 2">
            <a:extLst>
              <a:ext uri="{FF2B5EF4-FFF2-40B4-BE49-F238E27FC236}">
                <a16:creationId xmlns:a16="http://schemas.microsoft.com/office/drawing/2014/main" id="{2B91DFDD-F842-4F41-9229-3416C9C4A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28" y="4136922"/>
            <a:ext cx="8724275" cy="198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2000" b="1" dirty="0" smtClean="0">
                <a:solidFill>
                  <a:schemeClr val="bg2">
                    <a:lumMod val="25000"/>
                  </a:schemeClr>
                </a:solidFill>
              </a:rPr>
              <a:t>Divine Light Academy - Las Piñas</a:t>
            </a:r>
            <a:endParaRPr lang="en-US" alt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for successfully completing his/her 80 hours Work Immersion at CREOTEC Philippines Inc. relevant and related to the Grade 12 STEM – Employee Relations - Tourism.</a:t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 smtClean="0"/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dirty="0"/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>
                <a:solidFill>
                  <a:srgbClr val="404040"/>
                </a:solidFill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Given this October 30, 2024 at CREOTEC Philippines Inc., Laguna Technopark, Biñan City, Laguna.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24F491-DA08-450B-9BE9-54861C6F2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12" y="3662046"/>
            <a:ext cx="9324495" cy="56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10189" rIns="0" bIns="0">
            <a:spAutoFit/>
          </a:bodyPr>
          <a:lstStyle>
            <a:lvl1pPr marL="127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9pPr>
          </a:lstStyle>
          <a:p>
            <a:pPr marL="10270" algn="ctr" defTabSz="369711" fontAlgn="base" hangingPunct="0">
              <a:lnSpc>
                <a:spcPct val="100000"/>
              </a:lnSpc>
              <a:spcBef>
                <a:spcPts val="80"/>
              </a:spcBef>
              <a:spcAft>
                <a:spcPct val="0"/>
              </a:spcAft>
              <a:tabLst>
                <a:tab pos="369711" algn="l"/>
                <a:tab pos="739421" algn="l"/>
                <a:tab pos="1109132" algn="l"/>
                <a:tab pos="1478843" algn="l"/>
                <a:tab pos="1848554" algn="l"/>
                <a:tab pos="2218264" algn="l"/>
              </a:tabLst>
            </a:pPr>
            <a:r>
              <a:rPr lang="en-US" sz="3600" b="1" dirty="0" smtClean="0"/>
              <a:t>Jennie Kim</a:t>
            </a:r>
            <a:endParaRPr lang="pt-BR" sz="400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Box 2">
            <a:extLst>
              <a:ext uri="{FF2B5EF4-FFF2-40B4-BE49-F238E27FC236}">
                <a16:creationId xmlns:a16="http://schemas.microsoft.com/office/drawing/2014/main" id="{2B91DFDD-F842-4F41-9229-3416C9C4A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28" y="4136922"/>
            <a:ext cx="8724275" cy="198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2000" b="1" dirty="0" smtClean="0">
                <a:solidFill>
                  <a:schemeClr val="bg2">
                    <a:lumMod val="25000"/>
                  </a:schemeClr>
                </a:solidFill>
              </a:rPr>
              <a:t>Katseye Academy</a:t>
            </a:r>
            <a:endParaRPr lang="en-US" alt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for successfully completing his/her 80 hours Work Immersion at CREOTEC Philippines Inc. relevant and related to the Grade 12 STEM – Production.</a:t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 smtClean="0"/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dirty="0"/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lang="en-US" altLang="en-US" sz="1600" dirty="0">
                <a:solidFill>
                  <a:srgbClr val="404040"/>
                </a:solidFill>
              </a:rPr>
              <a:t/>
            </a:r>
            <a:r>
              <a:rPr lang="en-US" altLang="en-US" sz="1600" dirty="0" smtClean="0">
                <a:solidFill>
                  <a:srgbClr val="404040"/>
                </a:solidFill>
              </a:rPr>
              <a:t/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Given this October 30, 2024 at CREOTEC Philippines Inc., Laguna Technopark, Biñan City, Laguna.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/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24F491-DA08-450B-9BE9-54861C6F2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12" y="3662046"/>
            <a:ext cx="9324495" cy="56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10189" rIns="0" bIns="0">
            <a:spAutoFit/>
          </a:bodyPr>
          <a:lstStyle>
            <a:lvl1pPr marL="127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SC Regular" charset="0"/>
              </a:defRPr>
            </a:lvl9pPr>
          </a:lstStyle>
          <a:p>
            <a:pPr marL="10270" algn="ctr" defTabSz="369711" fontAlgn="base" hangingPunct="0">
              <a:lnSpc>
                <a:spcPct val="100000"/>
              </a:lnSpc>
              <a:spcBef>
                <a:spcPts val="80"/>
              </a:spcBef>
              <a:spcAft>
                <a:spcPct val="0"/>
              </a:spcAft>
              <a:tabLst>
                <a:tab pos="369711" algn="l"/>
                <a:tab pos="739421" algn="l"/>
                <a:tab pos="1109132" algn="l"/>
                <a:tab pos="1478843" algn="l"/>
                <a:tab pos="1848554" algn="l"/>
                <a:tab pos="2218264" algn="l"/>
              </a:tabLst>
            </a:pPr>
            <a:r>
              <a:rPr lang="en-US" sz="3600" b="1" dirty="0" smtClean="0"/>
              <a:t>Sofia Laforteza</a:t>
            </a:r>
            <a:endParaRPr lang="pt-BR" sz="400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54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Noto Sans SC Regular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Marisa Ramiro</dc:creator>
  <cp:lastModifiedBy>Asus</cp:lastModifiedBy>
  <cp:revision>18</cp:revision>
  <dcterms:created xsi:type="dcterms:W3CDTF">2022-05-27T05:13:42Z</dcterms:created>
  <dcterms:modified xsi:type="dcterms:W3CDTF">2025-07-11T03:30:00Z</dcterms:modified>
</cp:coreProperties>
</file>